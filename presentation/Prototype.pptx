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9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260" r:id="rId15"/>
    <p:sldId id="268" r:id="rId16"/>
    <p:sldId id="274" r:id="rId17"/>
    <p:sldId id="287" r:id="rId18"/>
    <p:sldId id="262" r:id="rId19"/>
    <p:sldId id="275" r:id="rId20"/>
    <p:sldId id="277" r:id="rId21"/>
    <p:sldId id="279" r:id="rId22"/>
    <p:sldId id="278" r:id="rId23"/>
    <p:sldId id="296" r:id="rId24"/>
    <p:sldId id="276" r:id="rId25"/>
    <p:sldId id="263" r:id="rId26"/>
    <p:sldId id="283" r:id="rId27"/>
    <p:sldId id="280" r:id="rId28"/>
    <p:sldId id="282" r:id="rId29"/>
    <p:sldId id="265" r:id="rId30"/>
    <p:sldId id="289" r:id="rId31"/>
    <p:sldId id="290" r:id="rId32"/>
    <p:sldId id="291" r:id="rId33"/>
    <p:sldId id="288" r:id="rId34"/>
    <p:sldId id="267" r:id="rId35"/>
    <p:sldId id="284" r:id="rId36"/>
    <p:sldId id="285" r:id="rId37"/>
    <p:sldId id="286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7D60"/>
    <a:srgbClr val="CFF1E6"/>
    <a:srgbClr val="FFFDF7"/>
    <a:srgbClr val="FFFFFF"/>
    <a:srgbClr val="FFD7A7"/>
    <a:srgbClr val="0CB87F"/>
    <a:srgbClr val="FF9412"/>
    <a:srgbClr val="F8FAFC"/>
    <a:srgbClr val="BD966F"/>
    <a:srgbClr val="9EE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37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D5E000D8-9AAE-49A4-87FF-0642AB719E81}" type="pres">
      <dgm:prSet presAssocID="{4DEA52EC-7676-47C9-8D53-46B739BD2587}" presName="wedge3" presStyleLbl="node1" presStyleIdx="2" presStyleCnt="3"/>
      <dgm:spPr/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2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5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26.svg"/><Relationship Id="rId5" Type="http://schemas.openxmlformats.org/officeDocument/2006/relationships/image" Target="../media/image28.png"/><Relationship Id="rId10" Type="http://schemas.openxmlformats.org/officeDocument/2006/relationships/image" Target="../media/image25.sv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161" y="416309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fish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endoparasites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check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815" y="176533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614" y="1549101"/>
            <a:ext cx="5529798" cy="516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28693" y="211174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endParaRPr lang="de-AT" dirty="0"/>
          </a:p>
          <a:p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12008"/>
            <a:ext cx="5733757" cy="5345992"/>
          </a:xfrm>
        </p:spPr>
      </p:pic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3F45D3EE-92C0-13A1-72E2-B30AABC82EC6}"/>
              </a:ext>
            </a:extLst>
          </p:cNvPr>
          <p:cNvSpPr/>
          <p:nvPr/>
        </p:nvSpPr>
        <p:spPr>
          <a:xfrm>
            <a:off x="3180805" y="3086121"/>
            <a:ext cx="3839120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what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exactly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meaning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ZETA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Content Placeholder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2" y="2168872"/>
            <a:ext cx="3982909" cy="3713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86" y="1591161"/>
            <a:ext cx="11818027" cy="4402016"/>
          </a:xfrm>
        </p:spPr>
      </p:pic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0" y="1690688"/>
            <a:ext cx="12127380" cy="4653411"/>
          </a:xfrm>
        </p:spPr>
      </p:pic>
    </p:spTree>
    <p:extLst>
      <p:ext uri="{BB962C8B-B14F-4D97-AF65-F5344CB8AC3E}">
        <p14:creationId xmlns:p14="http://schemas.microsoft.com/office/powerpoint/2010/main" val="4134275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24000"/>
            <a:ext cx="7464314" cy="5318234"/>
          </a:xfrm>
        </p:spPr>
      </p:pic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-Yes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990946605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ounded Rectangle 8">
            <a:extLst>
              <a:ext uri="{FF2B5EF4-FFF2-40B4-BE49-F238E27FC236}">
                <a16:creationId xmlns:a16="http://schemas.microsoft.com/office/drawing/2014/main" id="{DD50C4C5-8F14-51BB-A493-23F69E80AE77}"/>
              </a:ext>
            </a:extLst>
          </p:cNvPr>
          <p:cNvSpPr/>
          <p:nvPr/>
        </p:nvSpPr>
        <p:spPr>
          <a:xfrm>
            <a:off x="2085430" y="4795339"/>
            <a:ext cx="3839120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arguments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for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modelling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 and see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we want.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</a:t>
            </a:r>
            <a:r>
              <a:rPr lang="de-DE" sz="2800" b="1" dirty="0">
                <a:latin typeface="Bahnschrift" panose="020B0502040204020203" pitchFamily="34" charset="0"/>
              </a:rPr>
              <a:t>shadows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determines how likely their choices are using the model weights.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-162839" y="5723898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426"/>
            <a:ext cx="12192000" cy="6502401"/>
          </a:xfrm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050D-E7C8-1359-FDAC-D8979B1F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D0DD8-3010-CAC4-48C5-4B1A9095D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01282-BCC1-1539-8A90-A471BFF20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01282-BCC1-1539-8A90-A471BFF20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3191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7" y="1894966"/>
            <a:ext cx="12049445" cy="35157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662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400367"/>
            <a:ext cx="10515601" cy="6057265"/>
          </a:xfrm>
          <a:prstGeom prst="rect">
            <a:avLst/>
          </a:prstGeo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C1487FC-86EA-0219-5773-8F3F781BD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455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316590" y="5583745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6058"/>
            <a:ext cx="12192000" cy="5741530"/>
          </a:xfrm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621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828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1055</Words>
  <Application>Microsoft Office PowerPoint</Application>
  <PresentationFormat>Breitbild</PresentationFormat>
  <Paragraphs>276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6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Project Summary</vt:lpstr>
      <vt:lpstr>Project Summary</vt:lpstr>
      <vt:lpstr>Project Summary</vt:lpstr>
      <vt:lpstr>PowerPoint-Präsentation</vt:lpstr>
      <vt:lpstr>Research Questions</vt:lpstr>
      <vt:lpstr>PowerPoint-Präsentation</vt:lpstr>
      <vt:lpstr>ZETA test for time-locked spiking 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PowerPoint-Präsentation</vt:lpstr>
      <vt:lpstr>Hierarchical Gaussian Filter</vt:lpstr>
      <vt:lpstr>Hierarchical Gaussian Filter</vt:lpstr>
      <vt:lpstr>Hierarchical Gaussian Filter</vt:lpstr>
      <vt:lpstr>Hierarchical Gaussian Filter</vt:lpstr>
      <vt:lpstr>Model comparison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Manuel Stammler</cp:lastModifiedBy>
  <cp:revision>70</cp:revision>
  <dcterms:created xsi:type="dcterms:W3CDTF">2026-06-22T10:02:13Z</dcterms:created>
  <dcterms:modified xsi:type="dcterms:W3CDTF">2026-06-28T20:18:02Z</dcterms:modified>
</cp:coreProperties>
</file>